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kapil sen</dc:creator>
  <cp:lastModifiedBy> </cp:lastModifiedBy>
  <cp:revision>2</cp:revision>
  <dcterms:created xsi:type="dcterms:W3CDTF">2025-07-23T00:59:00Z</dcterms:created>
  <dcterms:modified xsi:type="dcterms:W3CDTF">2025-07-23T01:00:56Z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